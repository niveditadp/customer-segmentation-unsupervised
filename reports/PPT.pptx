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ABC5763-C628-4EFB-A7B9-B300A9B48E9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D3EEEBB-20AD-42A4-8D65-8045AA6A5A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30963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CAPSTONE </a:t>
            </a: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PROJECT :</a:t>
            </a:r>
            <a:b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ADVANCED CUSTOMER SEGMENTATION USING UNSUPERVISED  </a:t>
            </a: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LEARNING</a:t>
            </a:r>
            <a:b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TITLE :</a:t>
            </a:r>
            <a:b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AI-DRIVEN CUSTOMER INTELLIGENCE SYSTEM FOR STRATEGIC BUSINESS DECISION MAKING</a:t>
            </a:r>
            <a:r>
              <a:rPr lang="en-US" sz="2000" dirty="0" smtClean="0">
                <a:solidFill>
                  <a:srgbClr val="C00000"/>
                </a:solidFill>
              </a:rPr>
              <a:t/>
            </a:r>
            <a:br>
              <a:rPr lang="en-US" sz="2000" dirty="0" smtClean="0">
                <a:solidFill>
                  <a:srgbClr val="C00000"/>
                </a:solidFill>
              </a:rPr>
            </a:br>
            <a:r>
              <a:rPr lang="en-US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84984"/>
            <a:ext cx="7772400" cy="1199704"/>
          </a:xfrm>
        </p:spPr>
        <p:txBody>
          <a:bodyPr>
            <a:noAutofit/>
          </a:bodyPr>
          <a:lstStyle/>
          <a:p>
            <a:r>
              <a:rPr lang="en-US" sz="1600" b="1" dirty="0" smtClean="0"/>
              <a:t> </a:t>
            </a:r>
            <a:endParaRPr lang="en-US" sz="1600" dirty="0" smtClean="0"/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SUBMITTED BY 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NIVEDITA .D. PURAD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BATCH : AI &amp; ML JAN-2026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 segmentation is the process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dividing customers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into groups based on their characteristics such as demographics, behavior, and spending patterns.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helps businesses understand customer needs, improve marketing strategies, and increase overall profitability.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With the growth of data, machine learning techniques are widely used to identify hidden patterns in customer data.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Businesses face challenges in understanding diverse customer behavior.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Without proper segmentation: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Marketing strategies become ineffective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High-value customers are not identified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 churn increases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There is a need to automatically group customers and extract meaningful insights from data.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main objectives of this project are: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segment customers using clustering techniques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compare multiple unsupervised algorithms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identify high-value and at-risk customers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provide business insights for decision-making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dataset contains customer information such as: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Age and Income Level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Gender and Education Level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Occupation and Geographic Information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 Service Interactions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Insurance Products Owned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These features help analyze customer behavior and financial capability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Dataset Description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project follows a complete machine learning pipeline: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Data Preprocessing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Exploratory Data Analysis (EDA)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Feature Engineering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Feature Scaling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Clustering Model Implementation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Model Evaluation and Comparison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Approach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following clustering algorithms were implemented: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K-Means Clustering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Hierarchical Clustering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DBSCAN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Gaussian Mixture Model (GMM)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Each algorithm was analyzed and compared based on performance.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Algorithms Used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determine the optimal number of clusters: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Elbow Method was used to find cluster bend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Silhouette Score measured cluster quality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Davies-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Bouldin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Index evaluated cluster compactness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Optimal number of clusters selected: K = 2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Cluster Optimization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Principal Component Analysis (PCA) was applied to reduce dimensions and visualize clusters.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scatter plot shows how customers are grouped into distinct clusters based on similarities.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helps in understanding cluster separation clearly.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Visualization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Performance of algorithms: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K-Means: Best performance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GMM: Similar performance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Hierarchical: Moderate performance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DBSCAN: Poor performance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K-Means was selected as the best algorithm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Results &amp; Comparison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Cluster 0: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High income customers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Stable behavior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High value segment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Cluster 1: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Low income customers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Higher service interaction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•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At-risk segment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Cluster Explanation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High-value customers generate maximum revenue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At-risk customers require retention strategies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Active customers can be targeted for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upselling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Personalized marketing can improve engagement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Business Insights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Feature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Importance analysis identified key factors like income and interaction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Lifetime Value (CLV) was calculated to identify valuable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These techniques enhance business decision-making.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Advanced Techniques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project demonstrates how unsupervised learning can effectively segment customers.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K-Means clustering provided the best results.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insights obtained can help businesses improve marketing strategies, increase retention, and enhance profitability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Q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29</TotalTime>
  <Words>527</Words>
  <Application>Microsoft Office PowerPoint</Application>
  <PresentationFormat>On-screen Show (4:3)</PresentationFormat>
  <Paragraphs>103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Concourse</vt:lpstr>
      <vt:lpstr>  CAPSTONE PROJECT : ADVANCED CUSTOMER SEGMENTATION USING UNSUPERVISED  LEARNING   PROJECT TITLE : AI-DRIVEN CUSTOMER INTELLIGENCE SYSTEM FOR STRATEGIC BUSINESS DECISION MAKING  </vt:lpstr>
      <vt:lpstr>Introduction</vt:lpstr>
      <vt:lpstr>Problem Statement</vt:lpstr>
      <vt:lpstr>Objectives</vt:lpstr>
      <vt:lpstr>Dataset Description</vt:lpstr>
      <vt:lpstr>Approach</vt:lpstr>
      <vt:lpstr>Algorithms Used</vt:lpstr>
      <vt:lpstr>Cluster Optimization</vt:lpstr>
      <vt:lpstr>Visualization</vt:lpstr>
      <vt:lpstr>Results &amp; Comparison</vt:lpstr>
      <vt:lpstr>Cluster Explanation</vt:lpstr>
      <vt:lpstr>Business Insights</vt:lpstr>
      <vt:lpstr>Advanced Techniques</vt:lpstr>
      <vt:lpstr>Conclusion</vt:lpstr>
      <vt:lpstr>Slide 15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: ADVANCED CUSTOMER SEGMENTATION USING UNSUPERVISED  LEARNING   PROJECT TITLE : AI-DRIVEN CUSTOMER INTELLIGENCE SYSTEM FOR STRATEGIC BUSINESS DECISION MAKING</dc:title>
  <dc:creator>nivedota purad</dc:creator>
  <cp:lastModifiedBy>nivedota purad</cp:lastModifiedBy>
  <cp:revision>13</cp:revision>
  <dcterms:created xsi:type="dcterms:W3CDTF">2026-03-22T12:26:47Z</dcterms:created>
  <dcterms:modified xsi:type="dcterms:W3CDTF">2026-03-22T12:56:14Z</dcterms:modified>
</cp:coreProperties>
</file>